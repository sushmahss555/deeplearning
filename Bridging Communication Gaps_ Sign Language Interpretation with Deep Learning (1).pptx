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Italic.fntdata"/><Relationship Id="rId6" Type="http://schemas.openxmlformats.org/officeDocument/2006/relationships/slide" Target="slides/slide1.xml"/><Relationship Id="rId18" Type="http://schemas.openxmlformats.org/officeDocument/2006/relationships/font" Target="fonts/Poppi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2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2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26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7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35304" y="2562225"/>
            <a:ext cx="1112139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Bridging Communication Gaps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657600" y="3762375"/>
            <a:ext cx="4876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Sign Language Interpretation with Deep Learning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65" y="0"/>
            <a:ext cx="1217087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28912"/>
            <a:ext cx="5286375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28912"/>
            <a:ext cx="5286375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62025" y="311943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Objective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74808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Build a Convolutional Neural Network (CNN) capable of classifying the hand signs of the American Sign Language (ASL) alphabet.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311943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Goal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374808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 the trained model to accurately predict a complete line of text from a short, synthesized video input, bridging from static images to sequential decoding.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8350"/>
            <a:ext cx="342900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038350"/>
            <a:ext cx="342900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038350"/>
            <a:ext cx="34290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1415891" y="3048000"/>
            <a:ext cx="17402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29 Classes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66775" y="3819525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dataset includes all 26 letters (A-Z) plus three crucial classes for real-world use: 'del', 'nothing', and 'space'.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605813" y="3048000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Perfectly Balanced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76775" y="4276725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Features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3,000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images for *every* class, totaling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87,000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training images. This balance is key to the model's stable convergence.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105900" y="30480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Split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86775" y="3819525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data was split into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69,600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files for training (80%) and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17,400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files for validation (20%) to test generalization.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35267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35267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ASL Alphabet Dataset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22383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 Inspection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28670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EDA confirmed the dataset's high quality and perfect class balance. This balance is a key factor in the model's rapid and stable convergence.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14375" y="35528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09625" y="355282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All 29 classes have exactly 3,000 images.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14375" y="39528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09625" y="395287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Images are clear, centered, and high-quality.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14375" y="43529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09625" y="435292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The clean data allows the model to focus on learning features without noise.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Exploratory Data Analysis</a:t>
            </a:r>
            <a:endParaRPr/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7973" y="2238375"/>
            <a:ext cx="5812951" cy="380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28912"/>
            <a:ext cx="5286375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28912"/>
            <a:ext cx="5286375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962025" y="311943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Architecture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62025" y="374808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standard CNN with 3 Conv/MaxPool blocks, a Flatten layer, a Dense(128) layer, and Dropout (0.5) was created to establish initial performance.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724650" y="311943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Initial Result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724650" y="3748087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Trained for only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3 epochs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and we are able to achieve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91.96%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accuracy.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 1: The Baseline CNN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1809750" y="2352675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Finding the Optimal Model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1809750" y="2981325"/>
            <a:ext cx="857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We used the </a:t>
            </a: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Keras Tuner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library with the </a:t>
            </a: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Hyperband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algorithm to automatically test thousands of combinations and find the best hyperparameters.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2190750" y="3667125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Architecture: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Tuned the number of Convolutional blocks (from 1 to 3).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2190750" y="4114800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Layers: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Tuned filter counts, kernel sizes (3x3 or 5x5), and the number of dense units.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2190750" y="4562475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Learning Rate: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Searched from 1e-4 to 1e-2 to find the most efficient training rate.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2190750" y="5010150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Objective: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The tuner was optimized to find the model with the maximum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validation accuracy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71475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1624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6101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50577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 2: Hyperparameter Tuning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6950"/>
            <a:ext cx="34290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266950"/>
            <a:ext cx="34290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266950"/>
            <a:ext cx="3429000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1140856" y="3276600"/>
            <a:ext cx="22902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 Conv Blocks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866775" y="4048125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tuner selected a deeper 3-block architecture with filter sizes of 32, 32, and 64, using larger 5x5 kernels for the first two.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4795837" y="3276600"/>
            <a:ext cx="2600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256 Dense Units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4676775" y="4048125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larger dense layer with 256 units was chosen by the tuner for the final classification head, providing more learning capacity.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9130903" y="3276600"/>
            <a:ext cx="15501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0.0048 LR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8486775" y="4048125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precise and relatively high learning rate of ~0.0048 combined with a 0.3 dropout rate was found to be the optimal setting.</a:t>
            </a:r>
            <a:endParaRPr/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8825" y="258127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5812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5812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Final Model: Tuner's Optimal Architecture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71500" y="3052762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98.36%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4481512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Final Validation Accuracy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334125" y="277653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Training with Early Stopping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334125" y="3405187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The final model was trained for 50 epochs using </a:t>
            </a: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Early Stopping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(patience=4) to monitor `val_loss`.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334125" y="4090987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This technique automatically stopped training at epoch 12 and restored the best weights from </a:t>
            </a: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Epoch 8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, preventing overfitting and ensuring the best possible generalization for the video task.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Final Model: Training &amp; Results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1809750" y="222408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Smart Decoding Logic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1809750" y="2852737"/>
            <a:ext cx="857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To predict a full sentence, the model doesn't just guess one frame. It uses a robust pipeline to ensure accuracy.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2190750" y="3281362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Predict: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The stable CNN model classifies every single frame of the video.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2190750" y="3729037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Majority Vote: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Frames are grouped by sign (1 sign per second). The most common prediction in that group becomes the chosen letter.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2190750" y="4433887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Space Logic: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A black frame is *forced* to be a 'space'. Any 'nothing' or 'del' prediction is also converted to a 'space'.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2190750" y="5138737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Assemble: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Repetitive letters (e.g., "S-S-S-H-H") are collapsed into one ("S H") to form the final, clean text.</a:t>
            </a:r>
            <a:endParaRPr/>
          </a:p>
        </p:txBody>
      </p:sp>
      <p:pic>
        <p:nvPicPr>
          <p:cNvPr descr="image.png" id="203" name="Google Shape;2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3289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7766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48151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51863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From Frames to Words: The Decoding Pipeline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571500" y="22383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Target Message: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571500" y="2847975"/>
            <a:ext cx="5286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"HI I AM SUSHMA I AM STUDYING IN UNIVERSITY OF COLORADO"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33623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Decoded Message: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71500" y="3971925"/>
            <a:ext cx="5286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4B8A6"/>
                </a:solidFill>
                <a:latin typeface="Lato"/>
                <a:ea typeface="Lato"/>
                <a:cs typeface="Lato"/>
                <a:sym typeface="Lato"/>
              </a:rPr>
              <a:t>"HI I AM SUSHMA I AM STUDYING IN UNIVERSITY OF COLORADO"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Final Demonstration: Success!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